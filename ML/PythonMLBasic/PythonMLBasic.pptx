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53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90" d="100"/>
          <a:sy n="90" d="100"/>
        </p:scale>
        <p:origin x="7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7434" y="1272382"/>
            <a:ext cx="5654566" cy="1481328"/>
          </a:xfrm>
        </p:spPr>
        <p:txBody>
          <a:bodyPr/>
          <a:lstStyle/>
          <a:p>
            <a:r>
              <a:rPr lang="en-US" sz="4400" dirty="0">
                <a:latin typeface="Amasis MT Pro Black" panose="02040A04050005020304" pitchFamily="18" charset="0"/>
                <a:ea typeface="幼圆" panose="02010509060101010101" pitchFamily="49" charset="-122"/>
              </a:rPr>
              <a:t>Python</a:t>
            </a:r>
            <a:br>
              <a:rPr 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zh-CN" alt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  <a:t>机器学习基础教程</a:t>
            </a:r>
            <a:endParaRPr lang="en-US" sz="4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7434" y="76401"/>
            <a:ext cx="5498622" cy="1119581"/>
          </a:xfrm>
        </p:spPr>
        <p:txBody>
          <a:bodyPr anchor="ctr"/>
          <a:lstStyle/>
          <a:p>
            <a:r>
              <a:rPr lang="en-US" sz="8000" dirty="0">
                <a:latin typeface="Amasis MT Pro Black" panose="02040A04050005020304" pitchFamily="18" charset="0"/>
              </a:rPr>
              <a:t>001 </a:t>
            </a:r>
            <a:r>
              <a:rPr lang="zh-CN" altLang="en-US" sz="8000" dirty="0">
                <a:latin typeface="Amasis MT Pro Black" panose="02040A04050005020304" pitchFamily="18" charset="0"/>
              </a:rPr>
              <a:t>开篇</a:t>
            </a:r>
            <a:endParaRPr lang="en-US" sz="8000" dirty="0">
              <a:latin typeface="Amasis MT Pro Black" panose="02040A040500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74850-719F-DF5E-FFA4-BDA86EFFE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37434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0BF61F-3FEE-AAB6-BD4B-671F4704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567" y="2389867"/>
            <a:ext cx="6232633" cy="42610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FD96-B0A7-85EC-CEC0-14FC32888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744" y="5599222"/>
            <a:ext cx="920159" cy="1226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0</TotalTime>
  <Words>13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幼圆</vt:lpstr>
      <vt:lpstr>Amasis MT Pro Black</vt:lpstr>
      <vt:lpstr>Arial</vt:lpstr>
      <vt:lpstr>Calibri</vt:lpstr>
      <vt:lpstr>Courier New</vt:lpstr>
      <vt:lpstr>Segoe UI Light</vt:lpstr>
      <vt:lpstr>Tw Cen MT</vt:lpstr>
      <vt:lpstr>Office Theme</vt:lpstr>
      <vt:lpstr>Python 机器学习基础教程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1</cp:revision>
  <dcterms:created xsi:type="dcterms:W3CDTF">2026-02-20T05:27:04Z</dcterms:created>
  <dcterms:modified xsi:type="dcterms:W3CDTF">2026-02-20T05:33:22Z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2026-02-20T05:32:54Z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58d50714-4c70-41d6-a5d9-437fcc63c966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